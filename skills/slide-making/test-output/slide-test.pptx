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04878"/>
            <a:ext cx="11582110" cy="507987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spcAft>
                <a:spcPts val="400"/>
              </a:spcAft>
              <a:buNone/>
            </a:pPr>
            <a:r>
              <a:rPr lang="en-US" sz="3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AI導入の</a:t>
            </a:r>
            <a:pPr algn="l" indent="0" marL="0">
              <a:lnSpc>
                <a:spcPts val="4000"/>
              </a:lnSpc>
              <a:buNone/>
            </a:pPr>
            <a:r>
              <a:rPr lang="en-US" sz="3300" b="1" u="sng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4ステップ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04792" y="965262"/>
            <a:ext cx="11582110" cy="12700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304792" y="1282754"/>
            <a:ext cx="2743131" cy="5270368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198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73163" y="1536747"/>
            <a:ext cx="406390" cy="40639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82648" y="2095533"/>
            <a:ext cx="1187420" cy="298443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23832" y="2495474"/>
            <a:ext cx="1904952" cy="63498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業務プロセスと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データ資産の棚卸し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51119" y="1282754"/>
            <a:ext cx="2743131" cy="5270368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198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19490" y="1536747"/>
            <a:ext cx="406390" cy="40639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105123" y="2095533"/>
            <a:ext cx="1035024" cy="298443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PoC設計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70159" y="2495474"/>
            <a:ext cx="1904952" cy="63498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優先課題を絞り込み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小規模で検証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7445" y="1282754"/>
            <a:ext cx="2743131" cy="5270368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198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5816" y="1536747"/>
            <a:ext cx="406390" cy="40639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75301" y="2095533"/>
            <a:ext cx="1187420" cy="298443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本番実装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721307" y="2495474"/>
            <a:ext cx="1695408" cy="63498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既存システムへの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統合・連携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3771" y="1282754"/>
            <a:ext cx="2743131" cy="5270368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198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12142" y="1536747"/>
            <a:ext cx="406390" cy="406390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921627" y="2095533"/>
            <a:ext cx="1187420" cy="298443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継続改善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616785" y="2495474"/>
            <a:ext cx="1797005" cy="634984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KPIモニタリングと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モデル再学習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0705" y="6400726"/>
            <a:ext cx="76198" cy="152396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792" y="304878"/>
            <a:ext cx="11582110" cy="507987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2" y="965262"/>
            <a:ext cx="1158211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2026-05-22T13:30:40Z</dcterms:created>
  <dcterms:modified xsi:type="dcterms:W3CDTF">2026-05-22T13:30:40Z</dcterms:modified>
</cp:coreProperties>
</file>