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6"/>
            <a:ext cx="12191695" cy="6857829"/>
          </a:xfrm>
          <a:prstGeom prst="rect">
            <a:avLst/>
          </a:prstGeom>
          <a:solidFill>
            <a:srgbClr val="F9F9F9"/>
          </a:solidFill>
          <a:ln/>
        </p:spPr>
      </p:sp>
      <p:sp>
        <p:nvSpPr>
          <p:cNvPr id="3" name="Shape 1"/>
          <p:cNvSpPr/>
          <p:nvPr/>
        </p:nvSpPr>
        <p:spPr>
          <a:xfrm>
            <a:off x="380990" y="228680"/>
            <a:ext cx="2476438" cy="520687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297" dist="12700" dir="5400000">
              <a:srgbClr val="000000">
                <a:alpha val="11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320767" y="469974"/>
            <a:ext cx="596885" cy="596885"/>
          </a:xfrm>
          <a:prstGeom prst="ellipse">
            <a:avLst/>
          </a:prstGeom>
          <a:solidFill>
            <a:srgbClr val="0071BC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771456" y="1181107"/>
            <a:ext cx="1695408" cy="406390"/>
          </a:xfrm>
          <a:prstGeom prst="rect">
            <a:avLst/>
          </a:prstGeom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26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1.現状分析</a:t>
            </a:r>
            <a:endParaRPr lang="en-US" sz="26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733" y="2482774"/>
            <a:ext cx="1904952" cy="1904952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627" y="2698768"/>
            <a:ext cx="355591" cy="26669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3365416" y="228680"/>
            <a:ext cx="2476438" cy="520687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297" dist="12700" dir="5400000">
              <a:srgbClr val="000000">
                <a:alpha val="11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4305192" y="469974"/>
            <a:ext cx="596885" cy="596885"/>
          </a:xfrm>
          <a:prstGeom prst="ellipse">
            <a:avLst/>
          </a:prstGeom>
          <a:solidFill>
            <a:srgbClr val="0071BC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3100" dirty="0"/>
          </a:p>
        </p:txBody>
      </p:sp>
      <p:sp>
        <p:nvSpPr>
          <p:cNvPr id="10" name="Text 6"/>
          <p:cNvSpPr/>
          <p:nvPr/>
        </p:nvSpPr>
        <p:spPr>
          <a:xfrm>
            <a:off x="3841604" y="1181107"/>
            <a:ext cx="1523962" cy="406390"/>
          </a:xfrm>
          <a:prstGeom prst="rect">
            <a:avLst/>
          </a:prstGeom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26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2.PoC設計</a:t>
            </a:r>
            <a:endParaRPr lang="en-US" sz="26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1159" y="2482774"/>
            <a:ext cx="1904952" cy="1904952"/>
          </a:xfrm>
          <a:prstGeom prst="rect">
            <a:avLst/>
          </a:prstGeom>
        </p:spPr>
      </p:pic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8052" y="2698768"/>
            <a:ext cx="355591" cy="266693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6349841" y="228680"/>
            <a:ext cx="2476438" cy="520687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297" dist="12700" dir="5400000">
              <a:srgbClr val="000000">
                <a:alpha val="11000"/>
              </a:srgbClr>
            </a:outerShdw>
          </a:effectLst>
        </p:spPr>
      </p:sp>
      <p:sp>
        <p:nvSpPr>
          <p:cNvPr id="14" name="Text 8"/>
          <p:cNvSpPr/>
          <p:nvPr/>
        </p:nvSpPr>
        <p:spPr>
          <a:xfrm>
            <a:off x="7289618" y="469974"/>
            <a:ext cx="596885" cy="596885"/>
          </a:xfrm>
          <a:prstGeom prst="ellipse">
            <a:avLst/>
          </a:prstGeom>
          <a:solidFill>
            <a:srgbClr val="0071BC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3100" dirty="0"/>
          </a:p>
        </p:txBody>
      </p:sp>
      <p:sp>
        <p:nvSpPr>
          <p:cNvPr id="15" name="Text 9"/>
          <p:cNvSpPr/>
          <p:nvPr/>
        </p:nvSpPr>
        <p:spPr>
          <a:xfrm>
            <a:off x="6740307" y="1181107"/>
            <a:ext cx="1695408" cy="406390"/>
          </a:xfrm>
          <a:prstGeom prst="rect">
            <a:avLst/>
          </a:prstGeom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26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3.本番実装</a:t>
            </a:r>
            <a:endParaRPr lang="en-US" sz="26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5584" y="2482774"/>
            <a:ext cx="1904952" cy="1904952"/>
          </a:xfrm>
          <a:prstGeom prst="rect">
            <a:avLst/>
          </a:prstGeom>
        </p:spPr>
      </p:pic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2477" y="2698768"/>
            <a:ext cx="355591" cy="266693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9334267" y="228680"/>
            <a:ext cx="2476438" cy="520687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297" dist="12700" dir="5400000">
              <a:srgbClr val="000000">
                <a:alpha val="11000"/>
              </a:srgbClr>
            </a:outerShdw>
          </a:effectLst>
        </p:spPr>
      </p:sp>
      <p:sp>
        <p:nvSpPr>
          <p:cNvPr id="19" name="Text 11"/>
          <p:cNvSpPr/>
          <p:nvPr/>
        </p:nvSpPr>
        <p:spPr>
          <a:xfrm>
            <a:off x="10274043" y="469974"/>
            <a:ext cx="596885" cy="596885"/>
          </a:xfrm>
          <a:prstGeom prst="ellipse">
            <a:avLst/>
          </a:prstGeom>
          <a:solidFill>
            <a:srgbClr val="0071BC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3100" dirty="0"/>
          </a:p>
        </p:txBody>
      </p:sp>
      <p:sp>
        <p:nvSpPr>
          <p:cNvPr id="20" name="Text 12"/>
          <p:cNvSpPr/>
          <p:nvPr/>
        </p:nvSpPr>
        <p:spPr>
          <a:xfrm>
            <a:off x="9724732" y="1181107"/>
            <a:ext cx="1695408" cy="406390"/>
          </a:xfrm>
          <a:prstGeom prst="rect">
            <a:avLst/>
          </a:prstGeom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26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4.継続改善</a:t>
            </a:r>
            <a:endParaRPr lang="en-US" sz="260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20009" y="2482774"/>
            <a:ext cx="1904952" cy="190495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1843496" y="6540422"/>
            <a:ext cx="69848" cy="139697"/>
          </a:xfrm>
          <a:prstGeom prst="rect">
            <a:avLst/>
          </a:prstGeom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2026-05-23T00:14:05Z</dcterms:created>
  <dcterms:modified xsi:type="dcterms:W3CDTF">2026-05-23T00:14:05Z</dcterms:modified>
</cp:coreProperties>
</file>