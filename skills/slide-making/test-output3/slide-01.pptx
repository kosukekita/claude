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38329" y="304878"/>
            <a:ext cx="6514937" cy="438139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400" b="1" spc="139" kern="0" dirty="0">
                <a:solidFill>
                  <a:srgbClr val="0071B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成果につなげる 4つのステップ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2838329" y="793816"/>
            <a:ext cx="6514937" cy="190495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2400"/>
              </a:spcAft>
              <a:buNone/>
            </a:pPr>
            <a:r>
              <a:rPr lang="en-US" sz="1400" dirty="0">
                <a:solidFill>
                  <a:srgbClr val="55555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現状を正しく把握し、課題を特定、最適な施策を立案し、確実に実行します。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98483" y="1289103"/>
            <a:ext cx="2412940" cy="5264018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597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701757" y="1085909"/>
            <a:ext cx="406390" cy="406390"/>
          </a:xfrm>
          <a:prstGeom prst="ellipse">
            <a:avLst/>
          </a:prstGeom>
          <a:solidFill>
            <a:srgbClr val="0071B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5711" y="3413125"/>
            <a:ext cx="698483" cy="6984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9635" y="4295753"/>
            <a:ext cx="590535" cy="165096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8888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Step 1: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96965" y="4511648"/>
            <a:ext cx="1015975" cy="253994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現状分析</a:t>
            </a:r>
            <a:endParaRPr lang="en-US" sz="1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521" y="3768717"/>
            <a:ext cx="304792" cy="30479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92413" y="1289103"/>
            <a:ext cx="2412940" cy="5264018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597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4495688" y="1085909"/>
            <a:ext cx="406390" cy="406390"/>
          </a:xfrm>
          <a:prstGeom prst="ellipse">
            <a:avLst/>
          </a:prstGeom>
          <a:solidFill>
            <a:srgbClr val="0071B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9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641" y="3413125"/>
            <a:ext cx="698483" cy="69848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403565" y="4295753"/>
            <a:ext cx="590535" cy="165096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8888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Step 2: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190895" y="4511648"/>
            <a:ext cx="1015975" cy="253994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課題特定</a:t>
            </a:r>
            <a:endParaRPr lang="en-US" sz="19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451" y="3768717"/>
            <a:ext cx="304792" cy="30479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286343" y="1289103"/>
            <a:ext cx="2412940" cy="5264018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597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7289618" y="1085909"/>
            <a:ext cx="406390" cy="406390"/>
          </a:xfrm>
          <a:prstGeom prst="ellipse">
            <a:avLst/>
          </a:prstGeom>
          <a:solidFill>
            <a:srgbClr val="0071B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9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3571" y="3413125"/>
            <a:ext cx="698483" cy="69848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197495" y="4295753"/>
            <a:ext cx="590535" cy="165096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8888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Step 3: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984825" y="4511648"/>
            <a:ext cx="1015975" cy="253994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施策立案</a:t>
            </a:r>
            <a:endParaRPr lang="en-US" sz="19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7382" y="3768717"/>
            <a:ext cx="304792" cy="304792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080273" y="1289103"/>
            <a:ext cx="2412940" cy="5264018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597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Text 15"/>
          <p:cNvSpPr/>
          <p:nvPr/>
        </p:nvSpPr>
        <p:spPr>
          <a:xfrm>
            <a:off x="10083548" y="1085909"/>
            <a:ext cx="406390" cy="406390"/>
          </a:xfrm>
          <a:prstGeom prst="ellipse">
            <a:avLst/>
          </a:prstGeom>
          <a:solidFill>
            <a:srgbClr val="0071B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90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7502" y="3413125"/>
            <a:ext cx="698483" cy="698483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991426" y="4295753"/>
            <a:ext cx="590535" cy="165096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8888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Step 4: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10032749" y="4511648"/>
            <a:ext cx="507987" cy="253994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</a:t>
            </a:r>
            <a:endParaRPr lang="en-US" sz="1900" dirty="0"/>
          </a:p>
        </p:txBody>
      </p:sp>
      <p:sp>
        <p:nvSpPr>
          <p:cNvPr id="27" name="Text 18"/>
          <p:cNvSpPr/>
          <p:nvPr/>
        </p:nvSpPr>
        <p:spPr>
          <a:xfrm>
            <a:off x="11810705" y="6400726"/>
            <a:ext cx="76198" cy="152396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2026-05-23T02:14:58Z</dcterms:created>
  <dcterms:modified xsi:type="dcterms:W3CDTF">2026-05-23T02:14:58Z</dcterms:modified>
</cp:coreProperties>
</file>