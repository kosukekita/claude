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7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F6BA7A-2BFA-625F-0A97-FA210F6A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0E8E4B-A5FB-A82A-DBC9-8CA90F3AD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0383426-9115-7772-C13C-C5A866F6D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AB443A-86B5-396E-11E5-46DE16237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7B3B00-C3C0-9753-9C58-94532D943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5715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511975-5DE7-F5F4-1432-C2B7D8C7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A53BA8-AE7E-151C-7FE0-B12D63BE5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141179-2EE2-4625-F88A-5205172C2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E751A6-F4D5-3F56-679D-1A6D1A59E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DB8130-BD88-4149-00CB-2C31479AF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422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8E89EF-3B02-DF6B-2D95-0CB07CF9A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062D3-759D-78B8-3B30-F4D5A0BDC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55E7AD-9DAE-F4BA-BCCD-F6438C781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AADC38-D3C3-5F4B-00B6-9267DC02A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E92D25-EC20-593E-8A1A-7F119DCCB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2206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A29CFD-F2D6-2706-462F-ED28DA2B3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F307D7-20C4-19EC-3F40-25FB63C0AF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603325F-3936-9BAA-7189-BAD52335E9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B6B1D5-C12E-9455-09F7-1149CEB7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8976F98-1887-6579-8AAD-92F1E6E72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2BB68F-7C9F-6327-059C-04302A2CF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46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CC3D91-41DF-7D99-52FC-31F74C71D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9C29494-1073-D9B1-D612-A6138249D2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620661-9768-5592-9B37-9FE72634F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6E0D496-0177-72A2-AED7-C5322D00C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C3D51D5-6382-FD2B-DD27-EB7C6CB780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E30B897-CC4E-2BDD-73AC-D8643A54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FD85068-940D-1559-A456-AD2C58EFA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8736CA-C977-F2AB-20E4-C76635CC8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14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7EDA63-F037-94EF-972A-B06DEA79B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D3CD1EA-A45E-C013-2ACF-467769976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7EF0B34-882B-A987-4BBE-B6A3399A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1A4186-F283-3270-DC40-3BA1F8F11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4227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4F21A68-D424-BF20-0416-EE6228265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A4B60D9-05E3-AE0D-FD71-34D8E415D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04AE660-775F-3F06-2B41-EB054B556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633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886D6F-6F5C-F173-9991-C82435C17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8E484B-2CA2-5D7E-455A-B40197B25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118B879-314E-0C9B-8DF8-F7524618AB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E27DF5-DAAF-98DC-EA08-0118BFC02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2AFD4A-B1D3-8FEB-5B20-7B31267C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FFD5B6-9AF0-8AE9-0F01-296826F72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5805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A30B40-5713-8AD1-76CD-5417E4EA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1E12AF4-75A5-FF01-D4A1-261ABE716D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CE09D4B-9CB4-BF90-A685-628A343E24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F8B54C8-FA3A-AFC8-D8FF-2D3EFA13A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986762-9FA8-8497-E231-62A46A79D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5DB82DF-013D-0A64-2073-472DFE79B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7391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AB573B-6ECA-FF9A-BFCC-8523ADB1E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33CB771-A80C-EBEC-1596-3A410FE9F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830B2D-31E3-94C1-710F-F5830EA2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B7F24-AE7B-8F02-A2CB-324037A9F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36B96E-C1BD-FB5F-29C0-1BD8F0B17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5413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1378F63-D7A1-8A9B-6062-3CEAC01D4A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8731AF-9E44-82D2-2E13-DC9E88EB3F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56C2BD-5351-30BC-2E86-318364E62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87D24A-1A62-645B-1247-42303150E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F7E317-7EDE-F4BE-BCBC-0A9DFF761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290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B527F9A-9FD5-01ED-6BC1-E4E62F57B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21A2FB-3B2E-70F6-EF7A-94D9C6361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03FD11-0219-D804-9945-2824D4477B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5C6A71-ECAF-4C2D-83B1-6D26D1CAFCDE}" type="datetimeFigureOut">
              <a:rPr kumimoji="1" lang="ja-JP" altLang="en-US" smtClean="0"/>
              <a:t>2026/5/23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5253A4-0625-8A34-0CFF-C6B2C3EE4B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6F394-76D5-3BF7-7164-F727936237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3207C6-0051-4BD7-AD28-AE4D82BB1C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561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08969C0-59FD-C12E-133D-F7BFF02B7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608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ユーザー設定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Kosuke Kita</dc:creator>
  <cp:lastModifiedBy>Kosuke Kita</cp:lastModifiedBy>
  <cp:revision>1</cp:revision>
  <dcterms:created xsi:type="dcterms:W3CDTF">2026-05-23T00:41:47Z</dcterms:created>
  <dcterms:modified xsi:type="dcterms:W3CDTF">2026-05-23T00:41:47Z</dcterms:modified>
</cp:coreProperties>
</file>