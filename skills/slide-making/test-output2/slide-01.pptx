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" name="Shape 1"/>
          <p:cNvSpPr/>
          <p:nvPr/>
        </p:nvSpPr>
        <p:spPr>
          <a:xfrm>
            <a:off x="406390" y="1460549"/>
            <a:ext cx="2539936" cy="3936902"/>
          </a:xfrm>
          <a:prstGeom prst="roundRect">
            <a:avLst>
              <a:gd name="adj" fmla="val 10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6997" dist="25399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90615" y="1701843"/>
            <a:ext cx="571486" cy="571486"/>
          </a:xfrm>
          <a:prstGeom prst="ellipse">
            <a:avLst/>
          </a:prstGeom>
          <a:solidFill>
            <a:srgbClr val="0071B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618" y="3144448"/>
            <a:ext cx="825479" cy="8254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5176" y="2464419"/>
            <a:ext cx="1422364" cy="425439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84185" y="4223921"/>
            <a:ext cx="2184345" cy="596885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現状の業務・システムを可視化し、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課題と改善機会を特定します。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352716" y="1460549"/>
            <a:ext cx="2539936" cy="3936902"/>
          </a:xfrm>
          <a:prstGeom prst="roundRect">
            <a:avLst>
              <a:gd name="adj" fmla="val 10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6997" dist="25399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336942" y="1701843"/>
            <a:ext cx="571486" cy="571486"/>
          </a:xfrm>
          <a:prstGeom prst="ellipse">
            <a:avLst/>
          </a:prstGeom>
          <a:solidFill>
            <a:srgbClr val="0071B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4000400" y="2464419"/>
            <a:ext cx="1244569" cy="425439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PoC設計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3530512" y="4223921"/>
            <a:ext cx="2184345" cy="596885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検証目的・範囲・成功指標を策定し、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PoCの計画と検証方法を設計します。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99043" y="1460549"/>
            <a:ext cx="2539936" cy="3936902"/>
          </a:xfrm>
          <a:prstGeom prst="roundRect">
            <a:avLst>
              <a:gd name="adj" fmla="val 10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6997" dist="25399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283268" y="1701843"/>
            <a:ext cx="571486" cy="571486"/>
          </a:xfrm>
          <a:prstGeom prst="ellipse">
            <a:avLst/>
          </a:prstGeom>
          <a:solidFill>
            <a:srgbClr val="0071B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6857829" y="2464419"/>
            <a:ext cx="1422364" cy="425439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本番実装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6476838" y="4223921"/>
            <a:ext cx="2184345" cy="596885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PoCの成果を踏まえ、要件を確定し、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本番環境への実装と連携を行います。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245369" y="1460549"/>
            <a:ext cx="2539936" cy="3936902"/>
          </a:xfrm>
          <a:prstGeom prst="roundRect">
            <a:avLst>
              <a:gd name="adj" fmla="val 10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6997" dist="25399" dir="54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0229594" y="1701843"/>
            <a:ext cx="571486" cy="571486"/>
          </a:xfrm>
          <a:prstGeom prst="ellipse">
            <a:avLst/>
          </a:prstGeom>
          <a:solidFill>
            <a:srgbClr val="0071B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25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2597" y="3144448"/>
            <a:ext cx="825479" cy="82547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804155" y="2464419"/>
            <a:ext cx="1422364" cy="425439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継続改善</a:t>
            </a:r>
            <a:endParaRPr lang="en-US" sz="2700" dirty="0"/>
          </a:p>
        </p:txBody>
      </p:sp>
      <p:sp>
        <p:nvSpPr>
          <p:cNvPr id="20" name="Text 16"/>
          <p:cNvSpPr/>
          <p:nvPr/>
        </p:nvSpPr>
        <p:spPr>
          <a:xfrm>
            <a:off x="9423164" y="4223921"/>
            <a:ext cx="2184345" cy="806430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効果を測定・評価し、改善を継続することで、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成果の最大化を図ります。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810705" y="6502323"/>
            <a:ext cx="76198" cy="152396"/>
          </a:xfrm>
          <a:prstGeom prst="rect">
            <a:avLst/>
          </a:prstGeom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185" y="4223921"/>
            <a:ext cx="2184345" cy="596885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30512" y="4223921"/>
            <a:ext cx="2184345" cy="596885"/>
          </a:xfrm>
          <a:prstGeom prst="rect">
            <a:avLst/>
          </a:prstGeom>
        </p:spPr>
      </p:pic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6838" y="4223921"/>
            <a:ext cx="2184345" cy="596885"/>
          </a:xfrm>
          <a:prstGeom prst="rect">
            <a:avLst/>
          </a:prstGeom>
        </p:spPr>
      </p:pic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23164" y="4223921"/>
            <a:ext cx="2184345" cy="8064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2026-05-22T22:13:26Z</dcterms:created>
  <dcterms:modified xsi:type="dcterms:W3CDTF">2026-05-22T22:13:26Z</dcterms:modified>
</cp:coreProperties>
</file>